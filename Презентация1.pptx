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9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7B725-A7B4-FBBA-1B79-05B49A12C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237EA2-96C4-C438-5B72-92D487CF3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83BB94-BD00-503B-2B12-917E9896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8DC5E6-6754-6442-3C0A-83D17332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4F26C-506A-8B36-A9DC-23FF1588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47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67F2A-714C-16A9-D927-98430B089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A21AA-9C3B-5824-7CF6-73AE7440C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2BF36B-A5C7-7FC8-2174-A5D411B0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1EE1A-12A5-98DA-98DF-5823CC7F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BFDECC-B6DB-1AAE-690E-D0E8190B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72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774F6-1031-3379-4D64-17AFB27F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970831-D197-D8EC-931A-E5F741D08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374299-9BA5-0BA3-5459-AF4DF943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AD42E-36EE-547B-EE0C-CD9DCAF0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EECF10-EB20-127F-41FD-2A729BFD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825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5157B-F4CA-6AF3-8353-F79CF81E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26EA9-B649-3CA0-2296-41AF41211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A0751A-9CBA-7255-DF31-3BE2538AA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3F4BBE-0E19-0B0E-1897-2AAFAE53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249DEC-AC60-1259-9652-F0096937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32F766-03DE-C6A7-EBBB-9142BB69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53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53938-EB5B-9022-38C9-2016DCB0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D7B08B-019B-6F02-3037-000119B8C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26B001-7877-604E-150E-F4B1B0D01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6D6EF2-5F78-BDB9-E41F-E40FC9ADA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6A152-2D98-0E81-FC49-9293DBC64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DF70769-907C-1AD6-A2B2-5368F207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190D49-359D-712A-CE2B-6B055AC7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633B5C6-5BEB-B1B1-C7E1-CC207487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46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85786-26B3-F403-B847-2D75AD94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AB683A-847F-BF74-D944-160CA5A4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6E03C5-4881-E1DC-8638-5C766879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F68A11-9BE5-42D7-D409-BBF51256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90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0FBCC8-82DD-95FD-FB66-69211CF1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F5FD1F-953D-7A93-8C15-C162A0E5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93D1EE-F1C0-16F8-C326-B0E971BD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46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F9905-F6BA-6C94-B040-099416D3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86BAA-6DCB-174C-96A1-69BB943E2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223857-4B78-15A9-FD32-EDEF18B64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553A15-03A7-9FFC-4863-55EE662C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0923E4-F92A-D907-5D6F-2F0EDA546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3397F4-8FE5-E41E-0295-C60FDFFC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9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BE818-003B-C2F3-C096-308AB2A2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246DE8-E122-F24A-7C99-3F772F1EC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4CD29A-84E9-5907-A564-DBD223F6A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F4F11A-5678-D277-CC75-F269AFCA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18A98F-578B-72F1-5AC0-D747E1ED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464209-5318-8B2B-FA2B-A7083FEC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26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3D5FAE-469B-6990-3776-71ADAEA6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E3729B-32D2-83CD-BA4E-DF3443F35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47F5D1-10E2-8F61-F6BA-F8D4269C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A2E318-5369-EAF7-43DB-4E801F8D3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EEF47A-8547-8BDB-B45A-2D3919FB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4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C7F2D5-7BE7-7909-B1CE-319276177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CB89F-0F70-F9C3-608E-817510B5E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58C26C-DD50-A19C-5444-B0F85082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C8254-BE1B-FE84-5B0B-3B9DBAD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277B5D-9ECC-2B97-A455-16CF078A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728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B99D1-8A35-3F3C-5CF5-DF69CA10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BC2529-08F4-A8E6-C81E-FD4271D73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3C483D-B281-0D83-30BD-ABAA26F8F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A306B-FEB6-4B50-A504-1614E8A534A4}" type="datetimeFigureOut">
              <a:rPr lang="ru-RU" smtClean="0"/>
              <a:t>03.10.2025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3C70CD-8131-CEB5-451C-CB01C140A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B65C78-BC1F-BAC8-690E-F2BB9B944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0911D-C7EC-467F-8D79-023414E180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68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DB2F3D-CD87-BD1E-CE59-56D4CA1DFC14}"/>
                  </a:ext>
                </a:extLst>
              </p:cNvPr>
              <p:cNvSpPr txBox="1"/>
              <p:nvPr/>
            </p:nvSpPr>
            <p:spPr>
              <a:xfrm>
                <a:off x="3263900" y="254000"/>
                <a:ext cx="4411079" cy="1248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𝑁𝐻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DB2F3D-CD87-BD1E-CE59-56D4CA1DF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900" y="254000"/>
                <a:ext cx="4411079" cy="12485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F03A8-092E-9491-C319-1BF57F8E0EFD}"/>
                  </a:ext>
                </a:extLst>
              </p:cNvPr>
              <p:cNvSpPr txBox="1"/>
              <p:nvPr/>
            </p:nvSpPr>
            <p:spPr>
              <a:xfrm>
                <a:off x="3321050" y="2006084"/>
                <a:ext cx="609600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b="0" i="1" dirty="0">
                    <a:latin typeface="Cambria Math" panose="02040503050406030204" pitchFamily="18" charset="0"/>
                  </a:rPr>
                  <a:t> – </a:t>
                </a:r>
                <a:r>
                  <a:rPr lang="ru-RU" b="0" dirty="0">
                    <a:latin typeface="Cambria Math" panose="02040503050406030204" pitchFamily="18" charset="0"/>
                  </a:rPr>
                  <a:t>поле здоровья</a:t>
                </a:r>
              </a:p>
              <a:p>
                <a:pPr/>
                <a:r>
                  <a:rPr lang="en-US" b="0" i="1" dirty="0">
                    <a:latin typeface="Cambria Math" panose="02040503050406030204" pitchFamily="18" charset="0"/>
                  </a:rPr>
                  <a:t>N – </a:t>
                </a:r>
                <a:r>
                  <a:rPr lang="ru-RU" dirty="0">
                    <a:latin typeface="Cambria Math" panose="02040503050406030204" pitchFamily="18" charset="0"/>
                  </a:rPr>
                  <a:t>поле питания</a:t>
                </a:r>
                <a:endParaRPr lang="ru-RU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сглаживание по здоровью</a:t>
                </a:r>
              </a:p>
              <a:p>
                <a:pPr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ru-RU" dirty="0"/>
                  <a:t> - сглаживание по питанию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dirty="0"/>
                  <a:t> – коэффициент рождаемости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 – коэффициент </a:t>
                </a:r>
                <a:r>
                  <a:rPr lang="ru-RU" dirty="0" err="1"/>
                  <a:t>умираемости</a:t>
                </a:r>
                <a:endParaRPr lang="ru-RU" dirty="0"/>
              </a:p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dirty="0"/>
                  <a:t> – коэффициент поедания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F03A8-092E-9491-C319-1BF57F8E0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050" y="2006084"/>
                <a:ext cx="6096000" cy="2031325"/>
              </a:xfrm>
              <a:prstGeom prst="rect">
                <a:avLst/>
              </a:prstGeom>
              <a:blipFill>
                <a:blip r:embed="rId3"/>
                <a:stretch>
                  <a:fillRect l="-900" t="-1802" b="-42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50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Прямоугольн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C924CD-712F-EF0A-3F63-993299631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18" y="1142882"/>
            <a:ext cx="10973364" cy="45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8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152651-5A3D-5240-7296-5126A3232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36" y="1348736"/>
            <a:ext cx="5221234" cy="4160528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FE19FA-D114-E9D3-5533-C13EF43CC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30" y="1348736"/>
            <a:ext cx="5221234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96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9A4EAB9-0589-EEDC-88B2-6AF0EFBF8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724402"/>
              </p:ext>
            </p:extLst>
          </p:nvPr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375238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452356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663001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788575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50973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15625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R^2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0.9314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0.5755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0.5395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0.0641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783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Adj R^2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0.8903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1.5209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1.4632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0.7025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47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0.3843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0.3347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0.4439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1.7809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43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6.7999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9.4582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22.7094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25.9727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768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288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19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3ADF61-60B3-0FA5-3003-C8BF2A787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647" y="3380559"/>
            <a:ext cx="8194023" cy="3414176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, текст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055344-C781-BDB7-984C-2322ACC77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329" y="0"/>
            <a:ext cx="8113341" cy="338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598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61</Words>
  <Application>Microsoft Office PowerPoint</Application>
  <PresentationFormat>Широкоэкранный</PresentationFormat>
  <Paragraphs>32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Ушаков</dc:creator>
  <cp:lastModifiedBy>Дмитрий Ушаков</cp:lastModifiedBy>
  <cp:revision>3</cp:revision>
  <dcterms:created xsi:type="dcterms:W3CDTF">2025-10-03T06:58:09Z</dcterms:created>
  <dcterms:modified xsi:type="dcterms:W3CDTF">2025-10-03T07:43:45Z</dcterms:modified>
</cp:coreProperties>
</file>